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Panchaayat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FDBFE"/>
                </a:solidFill>
              </a:defRPr>
            </a:pPr>
            <a:r>
              <a:t>India's public record for consumer experiences — and a case-management system SMEs can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</a:defRPr>
            </a:pPr>
            <a:r>
              <a:t>Investor &amp; Partnership Pitch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github.com/himsinghvi/panchayat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Consumers are heard. Brands are blind. Nobody closes the loop.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Reviews live on Google, complaints on NCH, grievances on social — all fragmented, none verified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Brands can reply anywhere, but no platform tracks whether the actual customer got resolution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SMEs run support through shared inboxes — no case IDs, no SLAs, no visibility into open issues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Consumers have no single place to see a brand's real resolution track record (not just star ratings)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Existing platforms let businesses mark issues 'resolved' without consumer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Market Opportunity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India — massive consumer economy, rising digital grievance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Consumer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63M+ MSMEs in India; most lack formal helpdesk software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Rising consumer awareness (NCH, E-Jagriti, social escalation)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Google reviews ≠ accountability; MouthShut/complaint sites lack resolution loops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Hyper-local commerce (D2C, furniture, appliances) = high post-purchase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Business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916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Global customer service software market: $50B+ and growing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India SaaS for SMB support is underserved vs. Zendesk/Freshdesk price points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Brands need reputation management + structured case management in one place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SEO on '[Brand] complaints' creates organic demand flywheel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Solution — Panchaayat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One platform. Two engines. One trust layer.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PUBLIC LAYER — Consumers share experiences, discuss publicly, escalate when brands ignore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PRIVATE LAYER — SMEs get branded case-management pages (email-to-case, SLA dashboards)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TRUST LAYER — Only the original consumer confirms resolution; full history is immutable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AI LAYER — Complaint drafting, quality checks, smart search, contextual ad targeting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Tagline: Make it visible. Get it resolved. Verified by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It Works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Consumer journey — transparent from post to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1. SHARE — Post review/complaint with brand, location, evidence (guest or registered)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2. DISCUSS — Community comments, 'Me Too', AI summary; thread builds public pressure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3. BRAND RESPONDS — Verified rep replies officially on the public record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4. RESOLVE — Brand proposes refund/replacement/repair with proof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5. YOU CONFIRM — Only the original consumer closes the case (reject &amp; reopen if insufficient)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6. TRACK RECORD — Brand profile shows resolution rate, response time, category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Differentiator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The resolution loop no one else enforces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What others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Star ratings with no accountability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Brands self-mark as 'resolved'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Complaints disappear into forums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No link between public reputation &amp; private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What Panchaayat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916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Consumer-confirmed resolution only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Immutable timeline — every status change visible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Public + private cases on same platform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Brands cannot pay to remove legitimate complaints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AI assists without judging guilt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Product — What's Built (MVP Live)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Full-stack platform deployed and demo-ready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Consumer: complaint wizard, AI draft &amp; quality check, feed, smart search, dashboards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Brand: verified profiles, inbox, KPI dashboard, official replies, resolution proposals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Admin: contextual ads, AI targeting, moderation-ready architecture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B2B pages: pricing tiers, API docs, hot-query integrations (DND, refund status, etc.)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Tech: FastAPI + React, JWT auth, Azure OpenAI with fallbacks, dark/light themes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Demo: 8 personas, 6 brands, seeded complaints — login at /login (password: demo123)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Target Users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Multi-sided platform with clear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Consumers &amp;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Complainants — post, track, confirm resolution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Community members — discuss, Me Too, support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Guests — post immediately (lower weight score)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Verified buyers — higher credibility &amp; brand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Business &amp;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916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Brand reps — respond, propose resolutions, analytics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SME owners — branded support page, email-to-case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Moderators — abuse reports, verification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Enterprise — API, webhooks, white-label, call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B2B — For Business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Turn your inbox into a real case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Problem: SMEs run support via shared email — queries lost, no SLA, no ownership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Solution: Branded page at panchaayat.in/yourbrand + 2-way email sync + live dashboard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Example: Chaitanya Furnishings (40-person D2C) — 300 emails/month → tracked cases in 30 days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Private cases by default; public escalation only if unresolved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Features: CSAT/NPS, social escalation scraping, SLA rules, secure attachments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30-day money-back guarantee — no lock-in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Business Model — SaaS Pricing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Recurring revenue from SME &amp; enterprise tiers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2563EB"/>
                </a:solidFill>
              </a:defRPr>
            </a:pPr>
            <a:r>
              <a:t>Startup</a:t>
            </a:r>
          </a:p>
          <a:p>
            <a:pPr>
              <a:spcAft>
                <a:spcPts val="800"/>
              </a:spcAft>
              <a:defRPr b="1" sz="2400">
                <a:solidFill>
                  <a:srgbClr val="0F172A"/>
                </a:solidFill>
              </a:defRPr>
            </a:pPr>
            <a:r>
              <a:t>₹1,999/mo</a:t>
            </a:r>
          </a:p>
          <a:p>
            <a:pPr>
              <a:spcAft>
                <a:spcPts val="800"/>
              </a:spcAft>
              <a:defRPr b="0" sz="1200">
                <a:solidFill>
                  <a:srgbClr val="64748B"/>
                </a:solidFill>
              </a:defRPr>
            </a:pPr>
            <a:r>
              <a:t>150 cases, 1 seat, branded page, email+SMS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371600"/>
            <a:ext cx="2651760" cy="41148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40" y="15544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2563EB"/>
                </a:solidFill>
              </a:defRPr>
            </a:pPr>
            <a:r>
              <a:t>Scale-up</a:t>
            </a:r>
          </a:p>
          <a:p>
            <a:pPr>
              <a:spcAft>
                <a:spcPts val="800"/>
              </a:spcAft>
              <a:defRPr b="1" sz="2400">
                <a:solidFill>
                  <a:srgbClr val="0F172A"/>
                </a:solidFill>
              </a:defRPr>
            </a:pPr>
            <a:r>
              <a:t>₹3,999/mo</a:t>
            </a:r>
          </a:p>
          <a:p>
            <a:pPr>
              <a:spcAft>
                <a:spcPts val="800"/>
              </a:spcAft>
              <a:defRPr b="0" sz="1200">
                <a:solidFill>
                  <a:srgbClr val="64748B"/>
                </a:solidFill>
              </a:defRPr>
            </a:pPr>
            <a:r>
              <a:t>Unlimited cases, 10 seats, email sync, CSAT, social tagging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651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2563EB"/>
                </a:solidFill>
              </a:defRPr>
            </a:pPr>
            <a:r>
              <a:t>Enterprise</a:t>
            </a:r>
          </a:p>
          <a:p>
            <a:pPr>
              <a:spcAft>
                <a:spcPts val="800"/>
              </a:spcAft>
              <a:defRPr b="1" sz="2400">
                <a:solidFill>
                  <a:srgbClr val="0F172A"/>
                </a:solidFill>
              </a:defRPr>
            </a:pPr>
            <a:r>
              <a:t>₹5,999/mo</a:t>
            </a:r>
          </a:p>
          <a:p>
            <a:pPr>
              <a:spcAft>
                <a:spcPts val="800"/>
              </a:spcAft>
              <a:defRPr b="0" sz="1200">
                <a:solidFill>
                  <a:srgbClr val="64748B"/>
                </a:solidFill>
              </a:defRPr>
            </a:pPr>
            <a:r>
              <a:t>API, AI triage, white-label, webhooks, unlimited seats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+ Custom / Call Centre plan for large corporates (outsourced voice, dedicated CSM, custom SLAs)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Revenue Streams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Trust-first monetization — ads never bias complaint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SaaS subscriptions — Startup / Scale-up / Enterprise (primary near-term revenue)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Enterprise API &amp; white-label — per-seat or usage-based for large brands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Contextual ads — useful services (legal aid, warranty, refund trackers) matched to complaint context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Future: verified brand analytics, priority response tools, researcher API (rate-limited)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Explicitly avoided: pay-to-remove complaints, biased ranking — kills core trust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Competitive Landscape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Fragmented incumbents — no one owns the full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Google Reviews / Amazon — ratings only, no resolution workflow, no consumer confirmation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MouthShut / ConsumerComplaints.in — complaint listing, weak brand engagement &amp; resolution tracking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NCH / E-Jagriti — government escalation, not public discussion or brand reputation layer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Zendesk / Freshdesk — enterprise helpdesk, too expensive &amp; complex for Indian SMEs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Panchaayat wedge: public reputation + private case management + consumer-verified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Go-to-Market Strategy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Hyper-local density → national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Phase 1 — Seed hyper-local (e.g., Pune/Hyderabad): complaints + brand profiles with demo data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Phase 2 — SEO flywheel: rank for '[Brand] complaints [City]' — organic consumer &amp; brand traffic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Phase 3 — SME outbound: D2C brands, furniture, appliances — 'replace your support@ email link'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Phase 4 — Enterprise API partnerships: banks, insurers, telcos (hot queries: DND, claim status)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Community growth: Me Too, trending feed, recently resolved — social proof drives trust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14-day free trial for business accounts — low friction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Technology &amp; Moat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Built for India, extensible globally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Stack (live MVP)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FastAPI + React + SQLite/Postgres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Azure OpenAI + rule-based fallbacks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JWT auth, REST API, webhooks (Enterprise)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Smart search: synonyms, entity extraction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Deployed: Vercel + single-app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Defensibility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916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Resolution history data — hard to replicate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Brand resolution scores — reputation graph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Consumer-confirmed outcomes — trust signal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SME email-to-case integration — workflow lock-in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India-specific: NCH links, local language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Success Metrics &amp; Traction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What we measure and where we are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North-star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% complaints with brand response &lt; 7 days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% consumer-confirmed resolutions (not brand-claimed)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Median time-to-resolution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Monthly active complainants &amp; brand responders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Organic search traffic to brand/complaint pages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SME trial → paid conversion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Current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916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MVP live with full consumer + brand flows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8 demo personas, 6 seeded brands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AI features operational (draft, search, ads)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B2B pricing &amp; API docs published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Open source on GitHub (himsinghvi/panchayat)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Seeking: pilot SMEs + seed funding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12–18 month product &amp; GTM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Q2 2026 — Pilot 10 SME brands (Pune/Bengaluru); Postgres migration; mobile-responsive PWA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Q3 2026 — Email-to-case sync; Hindi/Marathi UI; NCH/E-Jagriti escalation integration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Q4 2026 — Social escalation scraping; CSAT/NPS; 100 paying SME accounts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Q1 2027 — Enterprise API GA; white-label; AI triage chatbot; 5 enterprise logos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Q2 2027 — Mobile apps; verified-purchase flow; regional expansion (Tier-2 cities)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Ongoing — Legal/ToS review; moderation scale; credibility scoring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Risks &amp; Mitigations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Honest assessment for investors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Defamation liability → Clear ToS, evidence requirements, takedown/appeal process, legal review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Fake reviews / astroturfing → Verified purchase signals, moderation queue, consumer-only resolution confirm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Cold start → Hyper-local seeding, SEO pages, SME trials, public data aggregation (unclaimed brands)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Brand incentive → Public pages rank on Google; ignoring complaints costs reputation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SME churn → Email sync lock-in, resolution analytics ROI, 30-day money-back reduces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Team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[Founder name &amp; background — customize before presenting]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Founder — Product &amp; engineering (built full MVP solo: backend, frontend, AI, deployment)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Advisors needed — Consumer law (India), SME GTM, enterprise sales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Hiring plan (post-seed) — Full-stack engineer, community ops, SME sales lead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Location — India (Pune / remote-first)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→ Replace this slide with actual team bios, photos, and relevant experience before investor meetings.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Panchaayat —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Ask</a:t>
            </a:r>
          </a:p>
          <a:p>
            <a:pPr>
              <a:defRPr sz="1400">
                <a:solidFill>
                  <a:srgbClr val="DBEAFE"/>
                </a:solidFill>
              </a:defRPr>
            </a:pPr>
            <a:r>
              <a:t>Seed round to scale GTM and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FFFFF"/>
                </a:solidFill>
              </a:defRPr>
            </a:pPr>
            <a:r>
              <a:t>Raising:  ₹[X] Cr seed round  (customize amount)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Use of funds:  40% GTM &amp; SME sales  |  30% engineering  |  20% ops &amp; legal  |  10% buffer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Milestones (12 mo):  100 paying SMEs  |  10K monthly active users  |  Enterprise pilot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For VCs:  Category-defining trust infrastructure for India's consumer economy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For business partners:  14-day free trial — branded support page live in &lt; 1 day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For strategic investors:  Data on resolution patterns, brand responsiveness, category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Customize funding amount and milestones before presenting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FDBFE"/>
                </a:solidFill>
              </a:defRPr>
            </a:pPr>
            <a:r>
              <a:t>Panchaayat — Make it visible. Get it resolved.</a:t>
            </a:r>
          </a:p>
          <a:p>
            <a:pPr>
              <a:spcAft>
                <a:spcPts val="600"/>
              </a:spcAft>
              <a:defRPr sz="1800">
                <a:solidFill>
                  <a:srgbClr val="BFDBF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FDBFE"/>
                </a:solidFill>
              </a:defRPr>
            </a:pPr>
            <a:r>
              <a:t>Demo:  [your-vercel-url].vercel.app</a:t>
            </a:r>
          </a:p>
          <a:p>
            <a:pPr>
              <a:spcAft>
                <a:spcPts val="600"/>
              </a:spcAft>
              <a:defRPr sz="1600">
                <a:solidFill>
                  <a:srgbClr val="BFDBFE"/>
                </a:solidFill>
              </a:defRPr>
            </a:pPr>
            <a:r>
              <a:t>GitHub: github.com/himsinghvi/panchayat</a:t>
            </a:r>
          </a:p>
          <a:p>
            <a:pPr>
              <a:spcAft>
                <a:spcPts val="600"/>
              </a:spcAft>
              <a:defRPr sz="1600">
                <a:solidFill>
                  <a:srgbClr val="BFDBFE"/>
                </a:solidFill>
              </a:defRPr>
            </a:pPr>
            <a:r>
              <a:t>Email:  [founder@email.com]  |  [LinkedIn]</a:t>
            </a:r>
          </a:p>
          <a:p>
            <a:pPr>
              <a:spcAft>
                <a:spcPts val="600"/>
              </a:spcAft>
              <a:defRPr sz="1600">
                <a:solidFill>
                  <a:srgbClr val="BFDBF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FDBFE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